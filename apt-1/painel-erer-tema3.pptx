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Created using Slidev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ERER Tema 3 — Escravização, Resistência e Liberdade</dc:title>
  <dc:subject>Painel único 16:9 — Brasil: Identidades em Construção</dc:subject>
  <dc:creator/>
  <cp:lastModifiedBy/>
  <cp:revision>1</cp:revision>
  <dcterms:created xsi:type="dcterms:W3CDTF">2026-08-30T17:38:27Z</dcterms:created>
  <dcterms:modified xsi:type="dcterms:W3CDTF">2026-08-30T17:38:27Z</dcterms:modified>
</cp:coreProperties>
</file>